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erson Meléndez" userId="7c5db60f260c346e" providerId="LiveId" clId="{9F403DEB-46FE-4075-95F2-45907BEFBEDC}"/>
    <pc:docChg chg="custSel modSld">
      <pc:chgData name="Jefferson Meléndez" userId="7c5db60f260c346e" providerId="LiveId" clId="{9F403DEB-46FE-4075-95F2-45907BEFBEDC}" dt="2026-10-11T22:39:02.217" v="68" actId="20577"/>
      <pc:docMkLst>
        <pc:docMk/>
      </pc:docMkLst>
      <pc:sldChg chg="delSp modSp mod">
        <pc:chgData name="Jefferson Meléndez" userId="7c5db60f260c346e" providerId="LiveId" clId="{9F403DEB-46FE-4075-95F2-45907BEFBEDC}" dt="2026-10-11T22:39:02.217" v="68" actId="20577"/>
        <pc:sldMkLst>
          <pc:docMk/>
          <pc:sldMk cId="0" sldId="262"/>
        </pc:sldMkLst>
        <pc:spChg chg="mod">
          <ac:chgData name="Jefferson Meléndez" userId="7c5db60f260c346e" providerId="LiveId" clId="{9F403DEB-46FE-4075-95F2-45907BEFBEDC}" dt="2026-10-11T22:39:02.217" v="68" actId="20577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Jefferson Meléndez" userId="7c5db60f260c346e" providerId="LiveId" clId="{9F403DEB-46FE-4075-95F2-45907BEFBEDC}" dt="2026-10-11T22:37:52.175" v="24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Jefferson Meléndez" userId="7c5db60f260c346e" providerId="LiveId" clId="{9F403DEB-46FE-4075-95F2-45907BEFBEDC}" dt="2026-10-11T22:37:54.857" v="25" actId="478"/>
          <ac:spMkLst>
            <pc:docMk/>
            <pc:sldMk cId="0" sldId="262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706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383790"/>
            <a:ext cx="108833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Servidor al Reporte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12800" y="333121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E0A5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Descarga automatizada · ETL con Pentaho · Consulta y visualización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397637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C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DPS104 · Universidad Don Bosco · Ciclo II 2026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C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[Nombres de los integrantes del grupo]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flujo completo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90"/>
            <a:ext cx="2476500" cy="2131060"/>
          </a:xfrm>
          <a:prstGeom prst="roundRect">
            <a:avLst>
              <a:gd name="adj" fmla="val 4470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6960" y="1828800"/>
            <a:ext cx="201970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6960" y="2570480"/>
            <a:ext cx="20197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6960" y="2946400"/>
            <a:ext cx="201970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 Ubuntu con el archivo de ventas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11550" y="1570990"/>
            <a:ext cx="2476500" cy="2131060"/>
          </a:xfrm>
          <a:prstGeom prst="roundRect">
            <a:avLst>
              <a:gd name="adj" fmla="val 4470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9360" y="1828800"/>
            <a:ext cx="201970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769360" y="2570480"/>
            <a:ext cx="20197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Descarga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69360" y="2946400"/>
            <a:ext cx="201970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 de consola en Java por SFTP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3950" y="1570990"/>
            <a:ext cx="2476500" cy="2131060"/>
          </a:xfrm>
          <a:prstGeom prst="roundRect">
            <a:avLst>
              <a:gd name="adj" fmla="val 4470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1760" y="1828800"/>
            <a:ext cx="201970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61760" y="2570480"/>
            <a:ext cx="20197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61760" y="2946400"/>
            <a:ext cx="201970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Pentaho limpia y carga a SQL Server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96350" y="1570990"/>
            <a:ext cx="2476500" cy="2131060"/>
          </a:xfrm>
          <a:prstGeom prst="roundRect">
            <a:avLst>
              <a:gd name="adj" fmla="val 4470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4160" y="1828800"/>
            <a:ext cx="201970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154160" y="2570480"/>
            <a:ext cx="20197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54160" y="2946400"/>
            <a:ext cx="201970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Java Swing y reporte de Power BI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1 · Servidor y descarga automática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91"/>
            <a:ext cx="5168900" cy="1693545"/>
          </a:xfrm>
          <a:prstGeom prst="roundRect">
            <a:avLst>
              <a:gd name="adj" fmla="val 5624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6960" y="1828800"/>
            <a:ext cx="47928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propio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6960" y="2235200"/>
            <a:ext cx="479287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Máquina virtual Ubuntu Server en VirtualBox, con SSH activo, que guarda el archivo de ventas.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3950" y="1570991"/>
            <a:ext cx="5168900" cy="1693545"/>
          </a:xfrm>
          <a:prstGeom prst="roundRect">
            <a:avLst>
              <a:gd name="adj" fmla="val 5624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1760" y="1828800"/>
            <a:ext cx="47928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 de consola en Java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61760" y="2235200"/>
            <a:ext cx="4792878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Maven con SFTP (JSch). Lee HOST, USER y PORT desde un .env, pide la contraseña y guarda el archivo en data/ventas.csv.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575686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archivo tiene 19 columnas: venta_id, fecha, cliente, producto, ciudad, total…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2 · ETL con Pentaho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91"/>
            <a:ext cx="1978660" cy="1186180"/>
          </a:xfrm>
          <a:prstGeom prst="roundRect">
            <a:avLst>
              <a:gd name="adj" fmla="val 8030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6160" y="1778000"/>
            <a:ext cx="16154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file input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6160" y="2123441"/>
            <a:ext cx="16154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 ventas.csv en UTF-8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62910" y="1570991"/>
            <a:ext cx="1978660" cy="1186180"/>
          </a:xfrm>
          <a:prstGeom prst="roundRect">
            <a:avLst>
              <a:gd name="adj" fmla="val 8030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69920" y="1778000"/>
            <a:ext cx="16154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rows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69920" y="2123441"/>
            <a:ext cx="1615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Ordena por venta_id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06670" y="1570991"/>
            <a:ext cx="1978660" cy="1186180"/>
          </a:xfrm>
          <a:prstGeom prst="roundRect">
            <a:avLst>
              <a:gd name="adj" fmla="val 8030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13680" y="1778000"/>
            <a:ext cx="16154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rows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13680" y="2123441"/>
            <a:ext cx="1615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Quita ventas repetidas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50430" y="1570991"/>
            <a:ext cx="1978660" cy="1186180"/>
          </a:xfrm>
          <a:prstGeom prst="roundRect">
            <a:avLst>
              <a:gd name="adj" fmla="val 8030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7440" y="1778000"/>
            <a:ext cx="16154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rows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57440" y="2123441"/>
            <a:ext cx="16154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Descarta cantidad inválida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94190" y="1570991"/>
            <a:ext cx="1978660" cy="1186180"/>
          </a:xfrm>
          <a:prstGeom prst="roundRect">
            <a:avLst>
              <a:gd name="adj" fmla="val 8030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0" y="1778000"/>
            <a:ext cx="16154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output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0" y="2123441"/>
            <a:ext cx="1615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 a SQL Server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9150" y="3074670"/>
            <a:ext cx="3373914" cy="1475740"/>
          </a:xfrm>
          <a:prstGeom prst="roundRect">
            <a:avLst>
              <a:gd name="adj" fmla="val 6454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6960" y="3332480"/>
            <a:ext cx="294404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076960" y="4043680"/>
            <a:ext cx="2944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filas leídas del CSV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08964" y="3074670"/>
            <a:ext cx="3373993" cy="1475740"/>
          </a:xfrm>
          <a:prstGeom prst="roundRect">
            <a:avLst>
              <a:gd name="adj" fmla="val 6454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6774" y="3332480"/>
            <a:ext cx="294412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4666774" y="4043680"/>
            <a:ext cx="2944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tras quitar 7 duplicados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98857" y="3074670"/>
            <a:ext cx="3373993" cy="1475740"/>
          </a:xfrm>
          <a:prstGeom prst="roundRect">
            <a:avLst>
              <a:gd name="adj" fmla="val 6454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6667" y="3332480"/>
            <a:ext cx="294412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8256667" y="4043680"/>
            <a:ext cx="2944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filas válidas cargadas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2800" y="486156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Destino: base DatawarehouseVentas, tabla Ventas (19 columnas, llave primaria venta_id)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3 · Aplicación de escritorio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89"/>
            <a:ext cx="5168900" cy="2065020"/>
          </a:xfrm>
          <a:prstGeom prst="roundRect">
            <a:avLst>
              <a:gd name="adj" fmla="val 4613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6960" y="1828800"/>
            <a:ext cx="47928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Swing + JDBC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1730" y="2235200"/>
            <a:ext cx="4720488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230" indent="-1892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con todas las ventas</a:t>
            </a:r>
            <a:endParaRPr lang="en-US" sz="1500" dirty="0"/>
          </a:p>
          <a:p>
            <a:pPr marL="189230" indent="-1892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Búsqueda por cliente, producto o ID</a:t>
            </a:r>
            <a:endParaRPr lang="en-US" sz="1500" dirty="0"/>
          </a:p>
          <a:p>
            <a:pPr marL="189230" indent="-1892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por ciudad y categoría</a:t>
            </a:r>
            <a:endParaRPr lang="en-US" sz="1500" dirty="0"/>
          </a:p>
          <a:p>
            <a:pPr marL="189230" indent="-1892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Consultas con PreparedStatement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3950" y="1570989"/>
            <a:ext cx="5168900" cy="2065020"/>
          </a:xfrm>
          <a:prstGeom prst="roundRect">
            <a:avLst>
              <a:gd name="adj" fmla="val 4613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1760" y="1877061"/>
            <a:ext cx="479287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ventas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61760" y="2588261"/>
            <a:ext cx="479287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vendido: $2262.62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61760" y="3081021"/>
            <a:ext cx="479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 que se recalcula con cada filtro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BI: los mismos datos, otra vista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89"/>
            <a:ext cx="5168900" cy="1493520"/>
          </a:xfrm>
          <a:prstGeom prst="roundRect">
            <a:avLst>
              <a:gd name="adj" fmla="val 6378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6960" y="1828800"/>
            <a:ext cx="47928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6960" y="2235200"/>
            <a:ext cx="479287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 a SQL Server (DatawarehouseVentas, tabla Ventas), en modo Importar.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3950" y="1570989"/>
            <a:ext cx="5168900" cy="1493520"/>
          </a:xfrm>
          <a:prstGeom prst="roundRect">
            <a:avLst>
              <a:gd name="adj" fmla="val 6378"/>
            </a:avLst>
          </a:prstGeom>
          <a:solidFill>
            <a:srgbClr val="FFFDF8"/>
          </a:solidFill>
          <a:ln w="12700">
            <a:solidFill>
              <a:srgbClr val="D9D3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1760" y="1828800"/>
            <a:ext cx="47928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Visualizaciones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26530" y="2235200"/>
            <a:ext cx="472048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230" indent="-1892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Gráfico de barras: total vendido por ciudad</a:t>
            </a:r>
            <a:endParaRPr lang="en-US" sz="1500" dirty="0"/>
          </a:p>
          <a:p>
            <a:pPr marL="189230" indent="-1892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Tarjeta: total vendido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37566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Complementa la aplicación de escritorio, no la reemplaza.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2637765" y="3136900"/>
            <a:ext cx="6916469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 </a:t>
            </a:r>
            <a:r>
              <a:rPr lang="en-US" sz="4000" b="1" i="0" dirty="0" err="1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</a:t>
            </a:r>
            <a:r>
              <a:rPr lang="en-US" sz="40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4000" b="1" i="0" dirty="0" err="1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</a:t>
            </a:r>
            <a:r>
              <a:rPr lang="en-US" sz="40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4000" b="1" i="0" dirty="0" err="1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atenci</a:t>
            </a:r>
            <a:r>
              <a:rPr lang="en-US" sz="4000" b="1" dirty="0" err="1">
                <a:solidFill>
                  <a:srgbClr val="F4F1EA"/>
                </a:solidFill>
              </a:rPr>
              <a:t>ón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l Servidor al Reporte - Defensa DPS104">
  <a:themeElements>
    <a:clrScheme name="Del Servidor al Reporte - Defensa DPS104">
      <a:dk1>
        <a:srgbClr val="1B2A41"/>
      </a:dk1>
      <a:lt1>
        <a:srgbClr val="F4F1EA"/>
      </a:lt1>
      <a:dk2>
        <a:srgbClr val="515C6B"/>
      </a:dk2>
      <a:lt2>
        <a:srgbClr val="DEDDD9"/>
      </a:lt2>
      <a:accent1>
        <a:srgbClr val="8A5A00"/>
      </a:accent1>
      <a:accent2>
        <a:srgbClr val="E0A526"/>
      </a:accent2>
      <a:accent3>
        <a:srgbClr val="4A5568"/>
      </a:accent3>
      <a:accent4>
        <a:srgbClr val="C9CED6"/>
      </a:accent4>
      <a:accent5>
        <a:srgbClr val="9AA0A6"/>
      </a:accent5>
      <a:accent6>
        <a:srgbClr val="727A85"/>
      </a:accent6>
      <a:hlink>
        <a:srgbClr val="0563C1"/>
      </a:hlink>
      <a:folHlink>
        <a:srgbClr val="954F72"/>
      </a:folHlink>
    </a:clrScheme>
    <a:fontScheme name="Del Servidor al Reporte - Defensa DPS104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326</Words>
  <Application>Microsoft Office PowerPoint</Application>
  <PresentationFormat>Panorámica</PresentationFormat>
  <Paragraphs>65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Segoe UI</vt:lpstr>
      <vt:lpstr>Del Servidor al Reporte - Defensa DPS104</vt:lpstr>
      <vt:lpstr>Del Servidor al Reporte</vt:lpstr>
      <vt:lpstr>El flujo completo</vt:lpstr>
      <vt:lpstr>Fase 1 · Servidor y descarga automática</vt:lpstr>
      <vt:lpstr>Fase 2 · ETL con Pentaho</vt:lpstr>
      <vt:lpstr>Fase 3 · Aplicación de escritorio</vt:lpstr>
      <vt:lpstr>Power BI: los mismos datos, otra vista</vt:lpstr>
      <vt:lpstr>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Servidor al Reporte - Defensa DPS104</dc:title>
  <dc:subject/>
  <dc:creator>Jefferson Meléndez</dc:creator>
  <cp:lastModifiedBy>Jefferson Meléndez</cp:lastModifiedBy>
  <cp:revision>2</cp:revision>
  <dcterms:created xsi:type="dcterms:W3CDTF">2026-10-11T22:17:44Z</dcterms:created>
  <dcterms:modified xsi:type="dcterms:W3CDTF">2026-10-11T22:39:30Z</dcterms:modified>
</cp:coreProperties>
</file>